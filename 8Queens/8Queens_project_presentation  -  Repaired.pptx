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26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4822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1024128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" y="822960"/>
            <a:ext cx="201168" cy="429768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" y="132588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Incremental Evolutionary Algorithm for 8-Queens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70432" y="276148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Motivation, method, evaluation, and results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70432" y="3749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3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CSCI 165 project presentation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5C6370"/>
                </a:solidFill>
                <a:latin typeface="Aptos" pitchFamily="34" charset="0"/>
              </a:rPr>
              <a:t>By: Ramraj Panesar and Hugo Rodriguez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Motivation And Problem Statement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4892040" cy="498348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577840" y="1417320"/>
            <a:ext cx="4800600" cy="498348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6824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5D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Domain Matters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833872" y="16824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5D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Addressed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2084832"/>
            <a:ext cx="434340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8-Queens is a classic constraint satisfaction and search problem.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easy to visualize, but still useful for comparing optimization strategies.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shows how a smart representation can shrink the search space dramatically.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797296" y="2084832"/>
            <a:ext cx="420624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8 queens on a chessboard so that no two attack each other.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an evolutionary algorithm under different population, mutation, and tournament settings.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success rate, solution quality, runtime, and generations needed to solve.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Background And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4892040" cy="498348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577840" y="1417320"/>
            <a:ext cx="4800600" cy="498348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6824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5D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Background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833872" y="16824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5D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2084832"/>
            <a:ext cx="434340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valid solution has no shared rows and no diagonal conflicts.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uses a permutation encoding, so each column has one queen and rows do not repeat.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Fitness = 28 minus the number of attacking pairs, so 28 is perfect.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797296" y="2084832"/>
            <a:ext cx="420624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Initialize a population of random row permutations.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tournament selection, cut-and-crossfill crossover, and swap mutation.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elite individuals and iterate until a perfect board is found or the generation budget ends.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 Setup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058400" cy="4983480"/>
          </a:xfrm>
          <a:prstGeom prst="roundRect">
            <a:avLst>
              <a:gd name="adj" fmla="val 110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55648"/>
            <a:ext cx="9326880" cy="4389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runs per configuration with max_gens = 1000 and elitism = 2.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Population sweep: 20, 50, 100 with mutation = 0.10 and tournament = 3.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Mutation sweep: 0.05, 0.10, 0.20 with population = 100 and tournament = 3.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Tournament sweep: 2, 3, 5 with population = 100 and mutation = 0.10.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Metrics: success rate, mean best fitness, average generation solved, and runtime.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Results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3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 across 30 runs per configuration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0149840" cy="4709160"/>
        </p:xfrm>
        <a:graphic>
          <a:graphicData uri="http://schemas.openxmlformats.org/drawingml/2006/table">
            <a:tbl>
              <a:tblPr/>
              <a:tblGrid>
                <a:gridCol w="2029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9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9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99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99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D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D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 Fitness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D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Avg Gen Solved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D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Time (ms)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D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pop=20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23/30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27.767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98.5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139.2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pop=50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30/30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28.0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9.6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pop=100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30/30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28.0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mut=0.05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30/30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28.0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13.2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mut=0.10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30/30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28.0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mut=0.20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30/30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28.0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tour=2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30/30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28.0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9.3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tour=3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30/30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28.0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tour=5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30/30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28.0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28.3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 Results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45720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0" y="1463040"/>
            <a:ext cx="45720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C:\CSCI165\8Queens\figures\success_r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664208"/>
            <a:ext cx="4279392" cy="3611880"/>
          </a:xfrm>
          <a:prstGeom prst="rect">
            <a:avLst/>
          </a:prstGeom>
        </p:spPr>
      </p:pic>
      <p:pic>
        <p:nvPicPr>
          <p:cNvPr id="7" name="Image 1" descr="C:\CSCI165\8Queens\figures\convergence_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584" y="1664208"/>
            <a:ext cx="4279392" cy="3611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808" y="5413248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3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rates show that `pop=20` was the only configuration with notable failures.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779008" y="5413248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3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Convergence curves show the stronger settings reaching perfect fitness quickly.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Representation And Example Boards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45720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0" y="1463040"/>
            <a:ext cx="45720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C:\CSCI165\8Queens\figures\search_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664208"/>
            <a:ext cx="4279392" cy="3611880"/>
          </a:xfrm>
          <a:prstGeom prst="rect">
            <a:avLst/>
          </a:prstGeom>
        </p:spPr>
      </p:pic>
      <p:pic>
        <p:nvPicPr>
          <p:cNvPr id="7" name="Image 1" descr="C:\CSCI165\8Queens\figures\example_boa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584" y="1664208"/>
            <a:ext cx="4279392" cy="3611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808" y="5413248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3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Permutation encoding reduces the search space from billions of boards to 40,320 candidates.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779008" y="5413248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3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board visualization makes conflicts and solved states easy to explain.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Conclusions And Future Work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058400" cy="4983480"/>
          </a:xfrm>
          <a:prstGeom prst="roundRect">
            <a:avLst>
              <a:gd name="adj" fmla="val 110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55648"/>
            <a:ext cx="9326880" cy="4389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permutation encoding was the key design choice because it removed many invalid boards before search even began.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tested settings solved the problem perfectly in all 30 runs; `pop=20` was the weakest at 23/30 successes.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Population sizes of 50 and 100 provided perfect success with fast convergence, while higher tournament pressure slowed solving.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work: test larger N-Queens variants, compare against hill climbing or simulated annealing, and vary crossover and elitism.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524</Words>
  <Application>Microsoft Office PowerPoint</Application>
  <PresentationFormat>Widescreen</PresentationFormat>
  <Paragraphs>99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8-Queens project presentation</dc:title>
  <dc:subject>8-Queens project presentation</dc:subject>
  <dc:creator>OpenAI Codex</dc:creator>
  <cp:lastModifiedBy>Ramraj Panesar</cp:lastModifiedBy>
  <cp:revision>2</cp:revision>
  <dcterms:created xsi:type="dcterms:W3CDTF">2026-05-07T00:08:27Z</dcterms:created>
  <dcterms:modified xsi:type="dcterms:W3CDTF">2026-05-07T00:17:32Z</dcterms:modified>
</cp:coreProperties>
</file>