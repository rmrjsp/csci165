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822960"/>
            <a:ext cx="1024128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822960"/>
            <a:ext cx="201168" cy="4297680"/>
          </a:xfrm>
          <a:prstGeom prst="rect">
            <a:avLst/>
          </a:prstGeom>
          <a:solidFill>
            <a:srgbClr val="3B5DC9"/>
          </a:solidFill>
          <a:ln w="12700">
            <a:solidFill>
              <a:srgbClr val="3B5DC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1325880"/>
            <a:ext cx="9052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Incremental Evolutionary Algorithm for 8-Queens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70432" y="276148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Motivation, method, evaluation, and results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70432" y="3749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3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CSCI 165 project presentation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B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Motivation And Problem Statement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060704"/>
            <a:ext cx="2103120" cy="45720"/>
          </a:xfrm>
          <a:prstGeom prst="rect">
            <a:avLst/>
          </a:prstGeom>
          <a:solidFill>
            <a:srgbClr val="3B5DC9"/>
          </a:solidFill>
          <a:ln w="12700">
            <a:solidFill>
              <a:srgbClr val="3B5DC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417320"/>
            <a:ext cx="4892040" cy="498348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77840" y="1417320"/>
            <a:ext cx="4800600" cy="4983480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8249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5DC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Domain Matters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833872" y="16824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5DC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Addressed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2084832"/>
            <a:ext cx="4343400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8-Queens is a classic constraint satisfaction and search problem.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easy to visualize, but still useful for comparing optimization strategies.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shows how a smart representation can shrink the search space dramatically.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797296" y="2084832"/>
            <a:ext cx="4206240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 8 queens on a chessboard so that no two attack each other.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an evolutionary algorithm under different population, mutation, and tournament settings.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success rate, solution quality, runtime, and generations needed to solve.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B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Background And Approach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060704"/>
            <a:ext cx="2103120" cy="45720"/>
          </a:xfrm>
          <a:prstGeom prst="rect">
            <a:avLst/>
          </a:prstGeom>
          <a:solidFill>
            <a:srgbClr val="3B5DC9"/>
          </a:solidFill>
          <a:ln w="12700">
            <a:solidFill>
              <a:srgbClr val="3B5DC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417320"/>
            <a:ext cx="4892040" cy="498348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77840" y="1417320"/>
            <a:ext cx="4800600" cy="4983480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8249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5DC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Background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833872" y="16824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5DC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2084832"/>
            <a:ext cx="4343400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valid solution has no shared rows and no diagonal conflicts.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uses a permutation encoding, so each column has one queen and rows do not repeat.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Fitness = 28 minus the number of attacking pairs, so 28 is perfect.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797296" y="2084832"/>
            <a:ext cx="4206240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Initialize a population of random row permutations.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tournament selection, cut-and-crossfill crossover, and swap mutation.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elite individuals and iterate until a perfect board is found or the generation budget ends.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B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 Setup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060704"/>
            <a:ext cx="2103120" cy="45720"/>
          </a:xfrm>
          <a:prstGeom prst="rect">
            <a:avLst/>
          </a:prstGeom>
          <a:solidFill>
            <a:srgbClr val="3B5DC9"/>
          </a:solidFill>
          <a:ln w="12700">
            <a:solidFill>
              <a:srgbClr val="3B5DC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17320"/>
            <a:ext cx="10058400" cy="4983480"/>
          </a:xfrm>
          <a:prstGeom prst="roundRect">
            <a:avLst>
              <a:gd name="adj" fmla="val 1101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55648"/>
            <a:ext cx="9326880" cy="4389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runs per configuration with max_gens = 1000 and elitism = 2.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Population sweep: 20, 50, 100 with mutation = 0.10 and tournament = 3.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Mutation sweep: 0.05, 0.10, 0.20 with population = 100 and tournament = 3.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Tournament sweep: 2, 3, 5 with population = 100 and mutation = 0.10.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Metrics: success rate, mean best fitness, average generation solved, and runtime.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B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Results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3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 across 30 runs per configuration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2103120" cy="45720"/>
          </a:xfrm>
          <a:prstGeom prst="rect">
            <a:avLst/>
          </a:prstGeom>
          <a:solidFill>
            <a:srgbClr val="3B5DC9"/>
          </a:solidFill>
          <a:ln w="12700">
            <a:solidFill>
              <a:srgbClr val="3B5DC9">
                <a:alpha val="0"/>
              </a:srgbClr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0149840" cy="4709160"/>
        </p:xfrm>
        <a:graphic>
          <a:graphicData uri="http://schemas.openxmlformats.org/drawingml/2006/table">
            <a:tbl>
              <a:tblPr/>
              <a:tblGrid>
                <a:gridCol w="2029968"/>
                <a:gridCol w="2029968"/>
                <a:gridCol w="2029968"/>
                <a:gridCol w="2029968"/>
                <a:gridCol w="2029968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Config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D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Success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D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Mean Fitness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D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Avg Gen Solved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D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Time (ms)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DC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pop=20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23/30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27.767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98.5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139.2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pop=50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30/30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28.0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9.6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11.5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pop=100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30/30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28.0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4.1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10.2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mut=0.05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30/30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28.0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5.4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13.2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mut=0.10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30/30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28.0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4.1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10.3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mut=0.20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30/30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28.0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4.1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10.7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tour=2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30/30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28.0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3.7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9.3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tour=3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30/30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28.0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4.1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10.3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tour=5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30/30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28.0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11.5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B4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28.3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B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Visual Results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060704"/>
            <a:ext cx="2103120" cy="45720"/>
          </a:xfrm>
          <a:prstGeom prst="rect">
            <a:avLst/>
          </a:prstGeom>
          <a:solidFill>
            <a:srgbClr val="3B5DC9"/>
          </a:solidFill>
          <a:ln w="12700">
            <a:solidFill>
              <a:srgbClr val="3B5DC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63040"/>
            <a:ext cx="457200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1463040"/>
            <a:ext cx="457200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pic>
        <p:nvPicPr>
          <p:cNvPr id="6" name="Image 0" descr="C:\CSCI165\8Queens\figures\success_ra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664208"/>
            <a:ext cx="4279392" cy="3611880"/>
          </a:xfrm>
          <a:prstGeom prst="rect">
            <a:avLst/>
          </a:prstGeom>
        </p:spPr>
      </p:pic>
      <p:pic>
        <p:nvPicPr>
          <p:cNvPr id="7" name="Image 1" descr="C:\CSCI165\8Queens\figures\convergence_pl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5584" y="1664208"/>
            <a:ext cx="4279392" cy="3611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9808" y="5413248"/>
            <a:ext cx="4352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3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rates show that `pop=20` was the only configuration with notable failures.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779008" y="5413248"/>
            <a:ext cx="4352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3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Convergence curves show the stronger settings reaching perfect fitness quickly.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B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Representation And Example Boards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060704"/>
            <a:ext cx="2103120" cy="45720"/>
          </a:xfrm>
          <a:prstGeom prst="rect">
            <a:avLst/>
          </a:prstGeom>
          <a:solidFill>
            <a:srgbClr val="3B5DC9"/>
          </a:solidFill>
          <a:ln w="12700">
            <a:solidFill>
              <a:srgbClr val="3B5DC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63040"/>
            <a:ext cx="457200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1463040"/>
            <a:ext cx="457200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pic>
        <p:nvPicPr>
          <p:cNvPr id="6" name="Image 0" descr="C:\CSCI165\8Queens\figures\search_sp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664208"/>
            <a:ext cx="4279392" cy="3611880"/>
          </a:xfrm>
          <a:prstGeom prst="rect">
            <a:avLst/>
          </a:prstGeom>
        </p:spPr>
      </p:pic>
      <p:pic>
        <p:nvPicPr>
          <p:cNvPr id="7" name="Image 1" descr="C:\CSCI165\8Queens\figures\example_boar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5584" y="1664208"/>
            <a:ext cx="4279392" cy="3611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9808" y="5413248"/>
            <a:ext cx="4352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3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Permutation encoding reduces the search space from billions of boards to 40,320 candidates.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779008" y="5413248"/>
            <a:ext cx="4352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3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board visualization makes conflicts and solved states easy to explain.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B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Conclusions And Future Work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060704"/>
            <a:ext cx="2103120" cy="45720"/>
          </a:xfrm>
          <a:prstGeom prst="rect">
            <a:avLst/>
          </a:prstGeom>
          <a:solidFill>
            <a:srgbClr val="3B5DC9"/>
          </a:solidFill>
          <a:ln w="12700">
            <a:solidFill>
              <a:srgbClr val="3B5DC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17320"/>
            <a:ext cx="10058400" cy="4983480"/>
          </a:xfrm>
          <a:prstGeom prst="roundRect">
            <a:avLst>
              <a:gd name="adj" fmla="val 1101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55648"/>
            <a:ext cx="9326880" cy="4389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permutation encoding was the key design choice because it removed many invalid boards before search even began.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tested settings solved the problem perfectly in all 30 runs; `pop=20` was the weakest at 23/30 successes.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Population sizes of 50 and 100 provided perfect success with fast convergence, while higher tournament pressure slowed solving.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B2B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work: test larger N-Queens variants, compare against hill climbing or simulated annealing, and vary crossover and elitism.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8-Queens project presentation</dc:title>
  <dc:subject>8-Queens project presentation</dc:subject>
  <dc:creator>OpenAI Codex</dc:creator>
  <cp:lastModifiedBy>OpenAI Codex</cp:lastModifiedBy>
  <cp:revision>1</cp:revision>
  <dcterms:created xsi:type="dcterms:W3CDTF">2026-05-07T00:08:27Z</dcterms:created>
  <dcterms:modified xsi:type="dcterms:W3CDTF">2026-05-07T00:08:27Z</dcterms:modified>
</cp:coreProperties>
</file>