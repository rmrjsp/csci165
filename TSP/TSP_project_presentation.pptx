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822960"/>
            <a:ext cx="201168" cy="429768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32588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TSP With Hill Climbing, Simulated Annealing, And Threshold Accepting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70432" y="2761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local-search methods on a fixed 100-city traveling salesman instance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CSCI 165 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 And 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Domain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Addressed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Traveling Salesman Problem is a classic optimization problem with real scheduling and routing relevance.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appears in logistics, circuit design, delivery planning, and manufacturing.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computationally hard, so heuristic and local-search methods are often used in practice.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short closed tour through 100 cities and return to the starting city.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hill climbing, simulated annealing, and threshold accepting under a shared evaluation budget.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 which method finds the shortest tours most consistently on the same city instance.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And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 Used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TSP solution is a permutation of city indices representing visit order.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 is to minimize total tour length, including the return to the first city.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search for TSP often relies on neighborhood operators such as swap and 2-opt reversal.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 Climbing: accepts only improving moves, with both plain and restart variants.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Annealing: sometimes accepts worse moves with probability based on temperature.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Accepting: deterministically accepts moves within a shrinking threshold.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methods used the 2-opt neighborhood and a budget of 100,000 evaluations.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100-city dataset reused across all algorithms for fairness.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repeated runs per algorithm with the same total evaluation budget.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compared: HC_plain, HC_restart, SA_fast, SA_slow, and TA.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Metrics: mean tour cost, standard deviation, best and worst tour cost, and runtime.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comparison question was which method best balances exploration and solution quality.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across 30 runs per algorithm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0149840" cy="4709160"/>
        </p:xfrm>
        <a:graphic>
          <a:graphicData uri="http://schemas.openxmlformats.org/drawingml/2006/table">
            <a:tbl>
              <a:tblPr/>
              <a:tblGrid>
                <a:gridCol w="2029968"/>
                <a:gridCol w="2029968"/>
                <a:gridCol w="2029968"/>
                <a:gridCol w="2029968"/>
                <a:gridCol w="202996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Algorithm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Cost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Cost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Std Dev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(ms)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HC_plain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835.02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785.24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19.49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1045.4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HC_restart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830.07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807.59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14.06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1041.1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SA_fast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938.89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898.91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25.81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159.2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SA_slow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815.33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781.98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16.77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1129.9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854.21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824.14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22.78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1033.4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Instance And Best Routes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C:\CSCI165\TSP\figures\city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TSP\figures\best_rou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algorithms were tested on the same fixed 100-city dataset.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route visualizations show how different search strategies shape the final tour.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Convergence And Cooling Behavior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C:\CSCI165\TSP\figures\convergence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TSP\figures\temperature_sched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SA_slow converged to the strongest average solution quality over the run set.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Cooling rate mattered: slower annealing preserved exploration longer and improved solution quality.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 And 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best-performing method was SA_slow, with mean cost 815.33 and best cost 781.98 across the 30 runs.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 climbing was competitive and improved further with restarts, but it remained more vulnerable to local minima.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SA_fast cooled too quickly and performed worst on average, showing that exploration needs enough time to be useful.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accepting performed between hill climbing and the weaker annealing schedule, offering a deterministic compromise.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test larger city sets, tune restart counts and thresholds, and compare against genetic algorithms or ant-colony methods.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TSP project presentation</dc:title>
  <dc:subject>TSP project presentation</dc:subject>
  <dc:creator>OpenAI Codex</dc:creator>
  <cp:lastModifiedBy>OpenAI Codex</cp:lastModifiedBy>
  <cp:revision>1</cp:revision>
  <dcterms:created xsi:type="dcterms:W3CDTF">2026-05-07T00:08:27Z</dcterms:created>
  <dcterms:modified xsi:type="dcterms:W3CDTF">2026-05-07T00:08:27Z</dcterms:modified>
</cp:coreProperties>
</file>